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LAPORAN TEKNIS AKHIR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Cloud-Based Data Processing &amp; Monitoring Platform on Microsoft Azure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Disusun oleh Kelompok 11:</a:t>
            </a:r>
            <a:br/>
            <a:r>
              <a:t>Naufal Ihsan S (DevOps) | M. Arifin Ilham (Backend) | Zhykwa Ceryl M (Architect) | Rendy Saputra (Security)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4C81"/>
                </a:solidFill>
              </a:defRPr>
            </a:pPr>
            <a:r>
              <a:t>Latar Belakang Proyek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698480" cy="3657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Tingginya Kebutuhan Data Real-time: Modul sensor telemetri, logging aplikasi, dan aktivitas pengguna memproduksi data dalam jumlah masif secara kontinu.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Kebutuhan ETL Pipeline yang Handal: Membutuhkan infrastruktur awan yang secara cerdas mampu mengolah berkas besar tanpa lag/hambatan kapasitas.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Tantangan Kualitas Data: Adanya data kosong (missing values) dan data pencilan ekstrem (outliers) di lapangan yang berpotensi merusak hasil keputusan analisis.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Solusi Arsitektur Modern: Kombinasi Hybrid Cloud (Cloudflare Edge CDN + Microsoft Azure) untuk performa unggul serta penghematan biaya operasional secara maksimal.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4C81"/>
                </a:solidFill>
              </a:defRPr>
            </a:pPr>
            <a:r>
              <a:t>Tujuan Proyek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698480" cy="3657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1. Membangun ETL Pipeline Skalabel: Pipeline pemrosesan data berbasis awan yang dapat memproses file hingga 100 MB secara aman.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2. Pembersihan Data Science Otomatis: Menyediakan proses filtering otomatis untuk anomali dan outliers sebelum disimpan ke database.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3. Penerapan Infrastructure as Code (IaC): Menggunakan Terraform untuk merancang, melacak, dan mereplikasi infrastruktur cloud secara konsisten.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4. Aspek Keamanan &amp; Monitoring Mandiri: Mengedepankan enkripsi transit/at-rest, managed identity, pembatasan port SSH, serta visualisasi metrik observability.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4C81"/>
                </a:solidFill>
              </a:defRPr>
            </a:pPr>
            <a:r>
              <a:t>Ringkasan Arsitektur Hybrid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698480" cy="3657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sitektur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554480"/>
            <a:ext cx="996696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4C81"/>
                </a:solidFill>
              </a:defRPr>
            </a:pPr>
            <a:r>
              <a:t>Infrastruktur Backend &amp; Data Layer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698480" cy="3657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Azure Functions (Serverless Compute):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Bertindak sebagai REST API backend menggunakan runtime Python 3.11.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Consumption Plan (Y1) memastikan tagihan komputasi dihitung hanya saat kode berjalan.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Azure Blob Storage (Storage Account):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Container 'raw-data' menyimpan berkas mentah. Pemicu Blob Trigger otomatis memproses file saat selesai diunggah.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Azure Cosmos DB NoSQL Database: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Container 'users' (Partition Key: /email) untuk autentikasi kredensial.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Container 'telemetry-data' (Partition Key: /deviceId) untuk data sensor hasil enrichment.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4C81"/>
                </a:solidFill>
              </a:defRPr>
            </a:pPr>
            <a:r>
              <a:t>Penerapan Infrastructure as Code (IaC)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698480" cy="3657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Deklarasi Terraform Terstruktur: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main.tf &amp; network.tf: Pengaturan provider Azure, resource group, serta setup Virtual Network (VNet) dan Subnet.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database.tf &amp; storage.tf: Inisialisasi akun Cosmos DB NoSQL dan Storage Account secara modular.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functions.tf &amp; security.tf: Konfigurasi App Service, Function App, Network Security Group (NSG), dan Azure Key Vault.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monitoring.tf: Setup Application Insights dan Rules Alert otomatis.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Keuntungan Utama: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Mencegah inkonsistensi setelan antara tahapan dev, staging, dan prod.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Mempermudah audit infrastruktur langsung dari repository Git.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4C81"/>
                </a:solidFill>
              </a:defRPr>
            </a:pPr>
            <a:r>
              <a:t>Keamanan &amp; Pengolahan Secret Kredensial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698480" cy="3657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Isolasi Secret di Azure Key Vault: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Database connection string, token API, dan kunci rahasia JWT dipisahkan sepenuhnya dari repository kode program.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Integrasi Managed Identity (Passwordless):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Azure Functions mengakses Key Vault melalui System-Assigned Managed Identity.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Tidak ada kredensial yang ditulis secara manual di file konfigurasi (mengurangi resiko kebocoran akses).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Same-Origin Proxy pada Edge: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Frontend memanggil path '/api/*', lalu Cloudflare Pages Function menyisipkan API Key rahasia di sisi server CDN sebelum meneruskan ke Azure.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4C81"/>
                </a:solidFill>
              </a:defRPr>
            </a:pPr>
            <a:r>
              <a:t>Hardening Akses Port SSH 22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698480" cy="3657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Identifikasi Resiko Keamanan VM: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Pada setelan awal, port SSH 22 pada VM eksplorasi terbuka bebas untuk lalu lintas IP publik internet.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Langkah Mitigasi Hardening di Terraform (security.tf):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Mengonfigurasi rule inbound NSG (Network Security Group).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Membatasi sumber akses port SSH 22 secara eksklusif hanya untuk IP publik admin terdaftar via variabel 'var.admin_ssh_allowed_ip'.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Hasil Proteksi VM: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Menghalangi potensi brute-force SSH dan scanning port berbahaya dari peretas luar.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4C81"/>
                </a:solidFill>
              </a:defRPr>
            </a:pPr>
            <a:r>
              <a:t>Logika Pembersihan Data Science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698480" cy="3657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Alur Pembersihan Otomatis di Backend: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  1. Pembersihan Nilai Kosong (Missing Value Check):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Baris yang memiliki cell kosong pada kolom krusial akan dilewati/dihapus agar tidak mendistorsi statistik rata-rata.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  2. Pembersihan Nilai Pencilan (Outlier IQR Filter):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Menggunakan rumus statistik Interquartile Range (IQR):</a:t>
            </a:r>
          </a:p>
          <a:p>
            <a:pPr lvl="2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Rentang IQR = Q3 - Q1</a:t>
            </a:r>
          </a:p>
          <a:p>
            <a:pPr lvl="2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Batas Bawah = Q1 - 1.5 * IQR</a:t>
            </a:r>
          </a:p>
          <a:p>
            <a:pPr lvl="2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Batas Atas = Q3 + 1.5 * IQR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Baris dengan nilai di luar batas tersebut disaring sebelum data disimpan ke Cosmos DB.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  3. Visualisasi Bersih: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Dashboard menyajikan visualisasi data yang sudah bebas anomali &amp; outliers.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4C81"/>
                </a:solidFill>
              </a:defRPr>
            </a:pPr>
            <a:r>
              <a:t>Pengujian Fungsional End-to-End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698480" cy="3657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5 Skenario Uji Sukses Utama: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  1. Health Check (GET /api/hello): Validasi ketersediaan serverless API.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  2. User Registration (POST /api/register): Berhasil menyimpan hash sandi ke Cosmos DB users.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  3. User Authentication (POST /api/login): Menerbitkan JWT Token tepercaya untuk sesi 8 jam.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  4. Data Upload (POST /api/upload): Pengunggahan berkas besar dengan status processing yang lancar.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  5. Role-Based Access Control (RBAC): Memastikan akun biasa diblokir saat mencoba mengakses halaman konfigurasi admin.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Alat Pengujian: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Otomatisasi script tes via Windows PowerShell (scripts/test-auth-db.ps1).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4C81"/>
                </a:solidFill>
              </a:defRPr>
            </a:pPr>
            <a:r>
              <a:t>Observability &amp; Alerting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698480" cy="3657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Centralized Logging &amp; Monitoring: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Metrik latency, working set memory, exception, dan HTTP error code dicatat oleh Application Insights secara terpusat.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Azure Monitor Alert Rules: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1. Alert 5xx Error: Mengirim notifikasi email otomatis ke tim operasi jika backend menghasilkan status HTTP 5xx &gt; 5 kali dalam 5 menit.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2. Alert Latency: Peringatan aktif jika respon rata-rata backend API &gt; 2 detik.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3. Alert VM CPU: Peringatan jika utilisasi CPU VM admin &gt; 80% dalam 5 menit.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Action Group: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Menghubungkan log deteksi insiden langsung ke kotak masuk email tim pengawas.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4C81"/>
                </a:solidFill>
              </a:defRPr>
            </a:pPr>
            <a:r>
              <a:t>Analisis &amp; Optimasi Biaya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698480" cy="3657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Fixed Cost (CapEx):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Pembelian nama domain kustom 'kelompok11cc.my.id' melalui registrar lokal Domainesia dengan biaya Rp 15.000,- / tahun.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Operational Cost (OpEx) &amp; Optimasi: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Azure Functions Consumption Mode: Menghindari biaya server idle (hanya bayar saat program dieksekusi).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Cosmos DB Serverless: Menghilangkan kapasitas provisioned RU/s yang tidak terpakai.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VM Scheduler: Mematikan VM di luar kebutuhan demo.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Storage Lifecycle Policy: Otomatisasi pembersihan berkas mentah berumur tua di Blob Storage untuk menekan biaya penyimpanan.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4C81"/>
                </a:solidFill>
              </a:defRPr>
            </a:pPr>
            <a:r>
              <a:t>Demo Sistem (Live Show)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698480" cy="3657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Skenario Demonstrasi: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1. Registrasi Akun &amp; Login User Baru.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2. Unggah Data Tanpa Pembersihan: Tunjukkan visual data mentah beserta peringatan missing value &amp; outliers.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3. Unggah Data Dengan Pembersihan: Tunjukkan grafik histogram bersih dan quality score yang melonjak naik.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4. Panel Admin: Tunjukkan antarmuka pengelolaan peran anggota tim.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5. Panel Developer: Tunjukkan grafik telemetri performa backend (CPU, Request Rate, Latency).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4C81"/>
                </a:solidFill>
              </a:defRPr>
            </a:pPr>
            <a:r>
              <a:t>Keterbatasan &amp; Saran Pengembangan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698480" cy="3657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Keterbatasan Sistem Saat Ini: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Efek Cold Start pada komputasi serverless yang memerlukan jeda beberapa detik pada pemanggilan API pertama.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Batas maksimal unggahan berkas tunggal dibatasi pada ukuran 100 MB.</a:t>
            </a:r>
          </a:p>
          <a:p>
            <a:pPr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Rekomendasi Pengembangan Selanjutnya: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Mengintegrasikan Azure Event Hubs untuk pemrosesan data streaming kontinu dari sensor IoT.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Menggunakan modul Machine Learning tertanam untuk mendeteksi pencilan data secara prediktif.</a:t>
            </a:r>
          </a:p>
          <a:p>
            <a:pPr lvl="1">
              <a:spcAft>
                <a:spcPts val="1200"/>
              </a:spcAft>
              <a:defRPr sz="1500">
                <a:solidFill>
                  <a:srgbClr val="1E293B"/>
                </a:solidFill>
              </a:defRPr>
            </a:pPr>
            <a:r>
              <a:t>Penerapan Azure VNet Integration untuk memisahkan lalu lintas database dari internet publik secara total.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4C8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TERIMA KASIH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Sesi Tanya Jawab Dibuka | Kelompok 11 UPR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